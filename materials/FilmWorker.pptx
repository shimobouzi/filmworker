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B3E299-0A7D-484F-ABB1-D084DF2B686A}" v="40" dt="2026-01-23T10:44:07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100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勇人 下房地" userId="ea1b5ea10a3ab452" providerId="LiveId" clId="{811020CF-D693-4108-8348-D06AD458F825}"/>
    <pc:docChg chg="undo custSel modSld">
      <pc:chgData name="勇人 下房地" userId="ea1b5ea10a3ab452" providerId="LiveId" clId="{811020CF-D693-4108-8348-D06AD458F825}" dt="2026-01-23T10:44:07.034" v="289"/>
      <pc:docMkLst>
        <pc:docMk/>
      </pc:docMkLst>
      <pc:sldChg chg="addSp delSp modSp mod">
        <pc:chgData name="勇人 下房地" userId="ea1b5ea10a3ab452" providerId="LiveId" clId="{811020CF-D693-4108-8348-D06AD458F825}" dt="2026-01-23T10:43:30.904" v="281" actId="21"/>
        <pc:sldMkLst>
          <pc:docMk/>
          <pc:sldMk cId="3752658437" sldId="256"/>
        </pc:sldMkLst>
        <pc:spChg chg="add del mod">
          <ac:chgData name="勇人 下房地" userId="ea1b5ea10a3ab452" providerId="LiveId" clId="{811020CF-D693-4108-8348-D06AD458F825}" dt="2026-01-23T10:43:30.904" v="281" actId="21"/>
          <ac:spMkLst>
            <pc:docMk/>
            <pc:sldMk cId="3752658437" sldId="256"/>
            <ac:spMk id="6" creationId="{3D68636C-2402-66C2-7BE0-23074C65D79E}"/>
          </ac:spMkLst>
        </pc:spChg>
      </pc:sldChg>
      <pc:sldChg chg="modSp mod">
        <pc:chgData name="勇人 下房地" userId="ea1b5ea10a3ab452" providerId="LiveId" clId="{811020CF-D693-4108-8348-D06AD458F825}" dt="2026-01-23T10:38:36.101" v="87"/>
        <pc:sldMkLst>
          <pc:docMk/>
          <pc:sldMk cId="951608374" sldId="258"/>
        </pc:sldMkLst>
        <pc:spChg chg="mod">
          <ac:chgData name="勇人 下房地" userId="ea1b5ea10a3ab452" providerId="LiveId" clId="{811020CF-D693-4108-8348-D06AD458F825}" dt="2026-01-23T10:38:36.101" v="87"/>
          <ac:spMkLst>
            <pc:docMk/>
            <pc:sldMk cId="951608374" sldId="258"/>
            <ac:spMk id="3" creationId="{2321FF14-F876-FD98-00BB-FE59FC54B0AC}"/>
          </ac:spMkLst>
        </pc:spChg>
      </pc:sldChg>
      <pc:sldChg chg="modSp mod">
        <pc:chgData name="勇人 下房地" userId="ea1b5ea10a3ab452" providerId="LiveId" clId="{811020CF-D693-4108-8348-D06AD458F825}" dt="2026-01-23T10:39:08.845" v="107"/>
        <pc:sldMkLst>
          <pc:docMk/>
          <pc:sldMk cId="4033153305" sldId="259"/>
        </pc:sldMkLst>
        <pc:spChg chg="mod">
          <ac:chgData name="勇人 下房地" userId="ea1b5ea10a3ab452" providerId="LiveId" clId="{811020CF-D693-4108-8348-D06AD458F825}" dt="2026-01-23T10:39:08.845" v="107"/>
          <ac:spMkLst>
            <pc:docMk/>
            <pc:sldMk cId="4033153305" sldId="259"/>
            <ac:spMk id="3" creationId="{D3EDDE57-4C81-8656-937B-0F440486CBB1}"/>
          </ac:spMkLst>
        </pc:spChg>
      </pc:sldChg>
      <pc:sldChg chg="modSp mod">
        <pc:chgData name="勇人 下房地" userId="ea1b5ea10a3ab452" providerId="LiveId" clId="{811020CF-D693-4108-8348-D06AD458F825}" dt="2026-01-23T10:42:39.290" v="249"/>
        <pc:sldMkLst>
          <pc:docMk/>
          <pc:sldMk cId="2402711230" sldId="260"/>
        </pc:sldMkLst>
        <pc:spChg chg="mod">
          <ac:chgData name="勇人 下房地" userId="ea1b5ea10a3ab452" providerId="LiveId" clId="{811020CF-D693-4108-8348-D06AD458F825}" dt="2026-01-23T10:40:16.661" v="131"/>
          <ac:spMkLst>
            <pc:docMk/>
            <pc:sldMk cId="2402711230" sldId="260"/>
            <ac:spMk id="2" creationId="{33AC9EE7-532A-3848-C0C4-C6FE4C56A5C2}"/>
          </ac:spMkLst>
        </pc:spChg>
        <pc:spChg chg="mod">
          <ac:chgData name="勇人 下房地" userId="ea1b5ea10a3ab452" providerId="LiveId" clId="{811020CF-D693-4108-8348-D06AD458F825}" dt="2026-01-23T10:42:39.290" v="249"/>
          <ac:spMkLst>
            <pc:docMk/>
            <pc:sldMk cId="2402711230" sldId="260"/>
            <ac:spMk id="3" creationId="{B5EFC20C-CEDB-843C-9B3D-92770614EE47}"/>
          </ac:spMkLst>
        </pc:spChg>
      </pc:sldChg>
      <pc:sldChg chg="addSp modSp mod">
        <pc:chgData name="勇人 下房地" userId="ea1b5ea10a3ab452" providerId="LiveId" clId="{811020CF-D693-4108-8348-D06AD458F825}" dt="2026-01-23T10:43:50.263" v="284" actId="1036"/>
        <pc:sldMkLst>
          <pc:docMk/>
          <pc:sldMk cId="1641051567" sldId="261"/>
        </pc:sldMkLst>
        <pc:spChg chg="add mod">
          <ac:chgData name="勇人 下房地" userId="ea1b5ea10a3ab452" providerId="LiveId" clId="{811020CF-D693-4108-8348-D06AD458F825}" dt="2026-01-23T10:43:50.263" v="284" actId="1036"/>
          <ac:spMkLst>
            <pc:docMk/>
            <pc:sldMk cId="1641051567" sldId="261"/>
            <ac:spMk id="6" creationId="{3D68636C-2402-66C2-7BE0-23074C65D79E}"/>
          </ac:spMkLst>
        </pc:spChg>
      </pc:sldChg>
      <pc:sldChg chg="addSp modSp mod">
        <pc:chgData name="勇人 下房地" userId="ea1b5ea10a3ab452" providerId="LiveId" clId="{811020CF-D693-4108-8348-D06AD458F825}" dt="2026-01-23T10:44:00.798" v="287" actId="1036"/>
        <pc:sldMkLst>
          <pc:docMk/>
          <pc:sldMk cId="546543523" sldId="262"/>
        </pc:sldMkLst>
        <pc:spChg chg="add mod">
          <ac:chgData name="勇人 下房地" userId="ea1b5ea10a3ab452" providerId="LiveId" clId="{811020CF-D693-4108-8348-D06AD458F825}" dt="2026-01-23T10:44:00.798" v="287" actId="1036"/>
          <ac:spMkLst>
            <pc:docMk/>
            <pc:sldMk cId="546543523" sldId="262"/>
            <ac:spMk id="4" creationId="{708E29F2-EA9F-9E2B-9A31-87B48FA892AC}"/>
          </ac:spMkLst>
        </pc:spChg>
      </pc:sldChg>
      <pc:sldChg chg="addSp modSp">
        <pc:chgData name="勇人 下房地" userId="ea1b5ea10a3ab452" providerId="LiveId" clId="{811020CF-D693-4108-8348-D06AD458F825}" dt="2026-01-23T10:44:03.743" v="288"/>
        <pc:sldMkLst>
          <pc:docMk/>
          <pc:sldMk cId="4160103551" sldId="263"/>
        </pc:sldMkLst>
        <pc:spChg chg="add mod">
          <ac:chgData name="勇人 下房地" userId="ea1b5ea10a3ab452" providerId="LiveId" clId="{811020CF-D693-4108-8348-D06AD458F825}" dt="2026-01-23T10:44:03.743" v="288"/>
          <ac:spMkLst>
            <pc:docMk/>
            <pc:sldMk cId="4160103551" sldId="263"/>
            <ac:spMk id="4" creationId="{8ABD2C83-887C-C1D4-2C36-2395447756FB}"/>
          </ac:spMkLst>
        </pc:spChg>
      </pc:sldChg>
      <pc:sldChg chg="addSp modSp">
        <pc:chgData name="勇人 下房地" userId="ea1b5ea10a3ab452" providerId="LiveId" clId="{811020CF-D693-4108-8348-D06AD458F825}" dt="2026-01-23T10:44:07.034" v="289"/>
        <pc:sldMkLst>
          <pc:docMk/>
          <pc:sldMk cId="733694119" sldId="264"/>
        </pc:sldMkLst>
        <pc:spChg chg="add mod">
          <ac:chgData name="勇人 下房地" userId="ea1b5ea10a3ab452" providerId="LiveId" clId="{811020CF-D693-4108-8348-D06AD458F825}" dt="2026-01-23T10:44:07.034" v="289"/>
          <ac:spMkLst>
            <pc:docMk/>
            <pc:sldMk cId="733694119" sldId="264"/>
            <ac:spMk id="4" creationId="{AAB6D3B0-3EB3-F20D-D174-B91E7A2D83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620C6C-A2B2-5924-B59C-2873DA11C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4ABE79-82B3-D85E-F1A3-5774C60C7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2CC850-2FEE-9055-8B9B-307249A8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25FF52-4976-381C-B226-5B169C02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59BC82-7BDA-0BDC-E8CF-7B6F87A6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679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0A56C-38F4-1C8D-98B2-45C9865F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2979F1-AE49-B24F-BB48-9C62C809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94F51-E9A7-F45B-D003-E4C2CE28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15454F-5D54-7FC1-EF03-12698A321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24C014-BB44-2AE2-5AE5-E48D8F7A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23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06C9BC-4E2B-8958-A0A1-71210BF8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3F451C-2420-B336-59E1-883AE9BEF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9FD2CF-D2C8-3F62-50B1-9D83C44C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9DF9CE-0FEF-A37B-1291-CCA94EA9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5BA6D-E44D-D7A1-0279-32AC2974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26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87F166-9D6B-5797-0175-9962A511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FE0648-545C-0383-DE15-1BF986CD1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E40D6A-6818-D2A2-9585-39C88FE46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17434A-DD3E-4CB0-C369-4BFBDB9F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3E9B32-7CE7-426D-1D90-01C70607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D1E729-780A-B441-3988-F3AA0EE4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68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51100-6A97-615E-99A3-C57F90D2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131288-487E-A3EC-64E5-18FCDC018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A4D695-259C-B05D-5253-A407AD7DB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56C4B16-2D16-27CE-4CB9-27BDD1834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473655-F7B1-E42D-0410-CAE6B14BB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97E99C-F2A1-F627-CA46-F4823FB2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752A0F1-1339-F98C-3608-79C84C22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BA2FE5-574C-429C-BF83-CD2E5E41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64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1D45F-13F8-D536-567A-D1858800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DEF730-CB16-9EB5-09AD-30442A67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B673763-DE18-3C96-CDC8-A57ECAE4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6AEB2F-E796-6CC5-DDDF-277AB08A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93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2A90898-CA91-9BD2-2AC9-66AE6A7AA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ABD218B-90E8-D17D-5797-6BBBA912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0FF023-1425-DC5E-E746-0E02A5F3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29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CF7D8-58E0-B3F1-A855-B60D2EB0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2B7424-D5C6-6783-43F8-7B50D79D4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1F0A93-9250-B981-B235-BE49AB428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AF7FFC-B64D-565F-27C8-BADAFEEF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1E25F0-59BD-5EF1-E45C-3FC13613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E43AA4-1798-5A7B-AB57-05802B45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39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B56C8A-50B0-62D9-E6E3-4389D5F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95FB274-A52C-E88C-4748-97EB02ED7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F642BA-C842-0CC9-FA02-59813357F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4BDDD0-1CA8-988D-036F-BCE96DBC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07A03A-05CD-CD54-CBA0-8E58F017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B07BB0-91EE-48B4-25E2-12682F18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75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923DC-A998-E0EC-2E20-A66D0678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DDC771-B0B2-D435-2CBD-29AFECA32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DFE89-FB9D-7845-995C-A1B4CC5B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DFB5AB-B75D-8E56-943B-D48DA899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DB66DB-30D8-476F-5613-EA2DAD2D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915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5E9A8A6-59D1-7F6F-82D4-BE014719C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431D7B-A3B9-17CB-51B8-2A477B2BD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90D74D-694D-0D53-2510-0038814F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B9AD7-4911-0ADE-26F9-D514CEF6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08D78D-7807-A0BB-1810-1D742A98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925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2847F28-67EB-E7FE-2F51-0D0E2AE0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7C586C-AC28-243A-323F-81E3A67FA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6131F3-E255-8754-54BB-305ECF196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7F293-2D6F-4827-8460-7B6BD847C2E2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9709EA-34BD-299C-712C-59C12C3EE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343B62-DDBD-D2E6-8609-2772D1A0C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CE76C-CCA7-4033-B20D-4E0709D52D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057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18AFF-8BAF-72AB-50DB-8500BBE2D3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FilmWorker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6E95B9-81A9-3F99-C825-721079E250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過去を編集して未来を攻略する  </a:t>
            </a:r>
          </a:p>
          <a:p>
            <a:r>
              <a:rPr lang="ja-JP" altLang="en-US" dirty="0"/>
              <a:t>リプレイ編集アクションゲーム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E3F72B-4FA5-DE4A-E77F-AFD2990393E7}"/>
              </a:ext>
            </a:extLst>
          </p:cNvPr>
          <p:cNvSpPr txBox="1"/>
          <p:nvPr/>
        </p:nvSpPr>
        <p:spPr>
          <a:xfrm>
            <a:off x="1524000" y="754380"/>
            <a:ext cx="85686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0000"/>
                </a:solidFill>
              </a:rPr>
              <a:t>ゲームが未完なため、</a:t>
            </a:r>
            <a:endParaRPr lang="en-US" altLang="ja-JP" sz="4000" dirty="0">
              <a:solidFill>
                <a:srgbClr val="FF0000"/>
              </a:solidFill>
            </a:endParaRPr>
          </a:p>
          <a:p>
            <a:r>
              <a:rPr lang="ja-JP" altLang="en-US" sz="4000" dirty="0">
                <a:solidFill>
                  <a:srgbClr val="FF0000"/>
                </a:solidFill>
              </a:rPr>
              <a:t>デザイン・一部内容、差し替え予定</a:t>
            </a:r>
            <a:endParaRPr kumimoji="1" lang="ja-JP" altLang="en-US" sz="40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0341BC-92C1-1E4D-8EB9-C015FDE9256F}"/>
              </a:ext>
            </a:extLst>
          </p:cNvPr>
          <p:cNvSpPr txBox="1"/>
          <p:nvPr/>
        </p:nvSpPr>
        <p:spPr>
          <a:xfrm>
            <a:off x="7940040" y="5337810"/>
            <a:ext cx="4251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学部３年　下房地 勇人</a:t>
            </a:r>
          </a:p>
        </p:txBody>
      </p:sp>
    </p:spTree>
    <p:extLst>
      <p:ext uri="{BB962C8B-B14F-4D97-AF65-F5344CB8AC3E}">
        <p14:creationId xmlns:p14="http://schemas.microsoft.com/office/powerpoint/2010/main" val="3752658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95B582-6679-0887-A9E1-A571CE7835ED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B9CB1B-0C98-52E4-C0B9-F5AEEFDC8EF1}"/>
              </a:ext>
            </a:extLst>
          </p:cNvPr>
          <p:cNvSpPr txBox="1"/>
          <p:nvPr/>
        </p:nvSpPr>
        <p:spPr>
          <a:xfrm>
            <a:off x="1005840" y="1383030"/>
            <a:ext cx="102184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ジャンル：</a:t>
            </a:r>
          </a:p>
          <a:p>
            <a:r>
              <a:rPr lang="ja-JP" altLang="en-US" sz="2800" dirty="0"/>
              <a:t>アクション </a:t>
            </a:r>
            <a:r>
              <a:rPr lang="en-US" altLang="ja-JP" sz="2800" dirty="0"/>
              <a:t>× </a:t>
            </a:r>
            <a:r>
              <a:rPr lang="ja-JP" altLang="en-US" sz="2800" dirty="0"/>
              <a:t>リプレイ編集パズル</a:t>
            </a:r>
          </a:p>
          <a:p>
            <a:endParaRPr lang="ja-JP" altLang="en-US" sz="2800" dirty="0"/>
          </a:p>
          <a:p>
            <a:r>
              <a:rPr lang="ja-JP" altLang="en-US" sz="2800" dirty="0"/>
              <a:t>コンセプト：</a:t>
            </a:r>
          </a:p>
          <a:p>
            <a:r>
              <a:rPr lang="ja-JP" altLang="en-US" sz="2800" dirty="0"/>
              <a:t>・自分の行動を録画</a:t>
            </a:r>
          </a:p>
          <a:p>
            <a:r>
              <a:rPr lang="ja-JP" altLang="en-US" sz="2800" dirty="0"/>
              <a:t>・録画を編集</a:t>
            </a:r>
          </a:p>
          <a:p>
            <a:r>
              <a:rPr lang="ja-JP" altLang="en-US" sz="2800" dirty="0"/>
              <a:t>・過去の自分と協力して進む</a:t>
            </a:r>
          </a:p>
          <a:p>
            <a:endParaRPr lang="ja-JP" altLang="en-US" sz="2800" dirty="0"/>
          </a:p>
          <a:p>
            <a:r>
              <a:rPr lang="ja-JP" altLang="en-US" sz="2800" dirty="0"/>
              <a:t>特徴：</a:t>
            </a:r>
          </a:p>
          <a:p>
            <a:r>
              <a:rPr lang="ja-JP" altLang="en-US" sz="2800" dirty="0"/>
              <a:t>編集そのものがゲーム体験になる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2216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625B7-F6BA-BE4F-B4D9-04163AA3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A64F61-966D-90A2-4B4F-8E1244C886CF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着想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21FF14-F876-FD98-00BB-FE59FC54B0AC}"/>
              </a:ext>
            </a:extLst>
          </p:cNvPr>
          <p:cNvSpPr txBox="1"/>
          <p:nvPr/>
        </p:nvSpPr>
        <p:spPr>
          <a:xfrm>
            <a:off x="1005840" y="1383030"/>
            <a:ext cx="102184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着想元：</a:t>
            </a:r>
            <a:endParaRPr lang="en-US" altLang="ja-JP" sz="2800" dirty="0"/>
          </a:p>
          <a:p>
            <a:r>
              <a:rPr lang="ja-JP" altLang="en-US" sz="2800" dirty="0"/>
              <a:t>・</a:t>
            </a:r>
            <a:r>
              <a:rPr lang="ja-JP" altLang="en-US" sz="2800" dirty="0">
                <a:solidFill>
                  <a:srgbClr val="FF0000"/>
                </a:solidFill>
              </a:rPr>
              <a:t>リプレイを駆使したゲームを作りたい</a:t>
            </a:r>
          </a:p>
          <a:p>
            <a:r>
              <a:rPr lang="ja-JP" altLang="en-US" sz="2800" dirty="0"/>
              <a:t>・昔の映画フィルム</a:t>
            </a:r>
          </a:p>
          <a:p>
            <a:r>
              <a:rPr lang="ja-JP" altLang="en-US" sz="2800" dirty="0"/>
              <a:t>・映写機</a:t>
            </a:r>
            <a:endParaRPr lang="en-US" altLang="ja-JP" sz="2800" dirty="0"/>
          </a:p>
          <a:p>
            <a:r>
              <a:rPr lang="ja-JP" altLang="en-US" sz="2800" dirty="0"/>
              <a:t>・動画編集ソフト</a:t>
            </a:r>
          </a:p>
          <a:p>
            <a:r>
              <a:rPr lang="ja-JP" altLang="en-US" sz="2800" dirty="0"/>
              <a:t>・レミングスの間接操作</a:t>
            </a:r>
          </a:p>
          <a:p>
            <a:endParaRPr lang="ja-JP" altLang="en-US" sz="2800" dirty="0"/>
          </a:p>
          <a:p>
            <a:r>
              <a:rPr lang="ja-JP" altLang="en-US" sz="2800" dirty="0"/>
              <a:t>オリジナリティ：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UI</a:t>
            </a:r>
            <a:r>
              <a:rPr lang="ja-JP" altLang="en-US" sz="2800" dirty="0"/>
              <a:t>操作 </a:t>
            </a:r>
            <a:r>
              <a:rPr lang="en-US" altLang="ja-JP" sz="2800" dirty="0"/>
              <a:t>= </a:t>
            </a:r>
            <a:r>
              <a:rPr lang="ja-JP" altLang="en-US" sz="2800" dirty="0"/>
              <a:t>フィルム操作</a:t>
            </a:r>
          </a:p>
          <a:p>
            <a:r>
              <a:rPr lang="ja-JP" altLang="en-US" sz="2800" dirty="0"/>
              <a:t>・編集画面</a:t>
            </a:r>
          </a:p>
          <a:p>
            <a:r>
              <a:rPr lang="ja-JP" altLang="en-US" sz="2800" dirty="0"/>
              <a:t>・リプレイを考えた遊び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5160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AC57E-9134-A989-95E7-47FBDD91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CF5E3F-D7BC-CD4E-F683-240C3CF7ED55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ゲームサイクル</a:t>
            </a:r>
            <a:endParaRPr kumimoji="1" lang="ja-JP" altLang="en-US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EDDE57-4C81-8656-937B-0F440486CBB1}"/>
              </a:ext>
            </a:extLst>
          </p:cNvPr>
          <p:cNvSpPr txBox="1"/>
          <p:nvPr/>
        </p:nvSpPr>
        <p:spPr>
          <a:xfrm>
            <a:off x="1005840" y="1383030"/>
            <a:ext cx="102184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プレイ</a:t>
            </a:r>
          </a:p>
          <a:p>
            <a:r>
              <a:rPr lang="ja-JP" altLang="en-US" sz="2800" dirty="0"/>
              <a:t>↓</a:t>
            </a:r>
          </a:p>
          <a:p>
            <a:r>
              <a:rPr lang="ja-JP" altLang="en-US" sz="2800" dirty="0"/>
              <a:t>編集（カット・倍速・ループ）</a:t>
            </a:r>
          </a:p>
          <a:p>
            <a:r>
              <a:rPr lang="ja-JP" altLang="en-US" sz="2800" dirty="0"/>
              <a:t>↓</a:t>
            </a:r>
          </a:p>
          <a:p>
            <a:r>
              <a:rPr lang="ja-JP" altLang="en-US" sz="2800" dirty="0"/>
              <a:t>ゴーストと協力して再挑戦</a:t>
            </a:r>
            <a:r>
              <a:rPr lang="en-US" altLang="ja-JP" sz="2800" dirty="0"/>
              <a:t>(</a:t>
            </a:r>
            <a:r>
              <a:rPr lang="ja-JP" altLang="en-US" sz="2800" dirty="0"/>
              <a:t>停止</a:t>
            </a:r>
            <a:r>
              <a:rPr lang="en-US" altLang="ja-JP" sz="2800" dirty="0"/>
              <a:t>)</a:t>
            </a:r>
            <a:endParaRPr lang="ja-JP" altLang="en-US" sz="2800" dirty="0"/>
          </a:p>
          <a:p>
            <a:r>
              <a:rPr lang="ja-JP" altLang="en-US" sz="2800" dirty="0"/>
              <a:t>↓</a:t>
            </a:r>
          </a:p>
          <a:p>
            <a:r>
              <a:rPr lang="ja-JP" altLang="en-US" sz="2800" dirty="0"/>
              <a:t>失敗してもさらに編集して再挑戦</a:t>
            </a:r>
          </a:p>
        </p:txBody>
      </p:sp>
    </p:spTree>
    <p:extLst>
      <p:ext uri="{BB962C8B-B14F-4D97-AF65-F5344CB8AC3E}">
        <p14:creationId xmlns:p14="http://schemas.microsoft.com/office/powerpoint/2010/main" val="403315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26AC2-02B2-1B7A-B096-7E5551DD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AC9EE7-532A-3848-C0C4-C6FE4C56A5C2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ステージ設計</a:t>
            </a:r>
            <a:endParaRPr kumimoji="1" lang="en-US" altLang="ja-JP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EFC20C-CEDB-843C-9B3D-92770614EE47}"/>
              </a:ext>
            </a:extLst>
          </p:cNvPr>
          <p:cNvSpPr txBox="1"/>
          <p:nvPr/>
        </p:nvSpPr>
        <p:spPr>
          <a:xfrm>
            <a:off x="1005840" y="1383030"/>
            <a:ext cx="102184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・リプレイを使う前提でステージを構成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1</a:t>
            </a:r>
            <a:r>
              <a:rPr lang="ja-JP" altLang="en-US" sz="2800" dirty="0"/>
              <a:t>人では突破できない配置を意識</a:t>
            </a:r>
          </a:p>
          <a:p>
            <a:r>
              <a:rPr lang="ja-JP" altLang="en-US" sz="2800" dirty="0"/>
              <a:t>・ゴーストの行動が意味を持つ設計</a:t>
            </a:r>
            <a:endParaRPr lang="en-US" altLang="ja-JP" sz="2800" dirty="0"/>
          </a:p>
          <a:p>
            <a:r>
              <a:rPr lang="ja-JP" altLang="en-US" sz="2800" dirty="0"/>
              <a:t>・説明が不要なステージの順番</a:t>
            </a:r>
          </a:p>
          <a:p>
            <a:endParaRPr lang="ja-JP" altLang="en-US" sz="2800" dirty="0"/>
          </a:p>
          <a:p>
            <a:r>
              <a:rPr lang="ja-JP" altLang="en-US" sz="2800" dirty="0"/>
              <a:t>具体例：</a:t>
            </a:r>
          </a:p>
          <a:p>
            <a:r>
              <a:rPr lang="ja-JP" altLang="en-US" sz="2800" dirty="0"/>
              <a:t>・スイッチを押し続ける必要がある扉</a:t>
            </a:r>
          </a:p>
          <a:p>
            <a:r>
              <a:rPr lang="ja-JP" altLang="en-US" sz="2800" dirty="0"/>
              <a:t>・足場役になるゴーストの配置</a:t>
            </a:r>
          </a:p>
          <a:p>
            <a:r>
              <a:rPr lang="ja-JP" altLang="en-US" sz="2800" dirty="0"/>
              <a:t>・タイミングを合わせるギミック</a:t>
            </a:r>
          </a:p>
        </p:txBody>
      </p:sp>
    </p:spTree>
    <p:extLst>
      <p:ext uri="{BB962C8B-B14F-4D97-AF65-F5344CB8AC3E}">
        <p14:creationId xmlns:p14="http://schemas.microsoft.com/office/powerpoint/2010/main" val="240271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A73B-DF57-7C34-0751-12B27736D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FFB58C-B94F-6430-D8E9-73AC72F84327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技術的工夫</a:t>
            </a:r>
            <a:endParaRPr kumimoji="1" lang="ja-JP" altLang="en-US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7E601E-4B94-42A5-9388-CFE5C104888C}"/>
              </a:ext>
            </a:extLst>
          </p:cNvPr>
          <p:cNvSpPr txBox="1"/>
          <p:nvPr/>
        </p:nvSpPr>
        <p:spPr>
          <a:xfrm>
            <a:off x="1005840" y="1383030"/>
            <a:ext cx="102184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技術面の工夫：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Unity Input System</a:t>
            </a:r>
            <a:r>
              <a:rPr lang="ja-JP" altLang="en-US" sz="2800" dirty="0"/>
              <a:t>による入力抽象化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 err="1"/>
              <a:t>IInputProvider</a:t>
            </a:r>
            <a:r>
              <a:rPr lang="ja-JP" altLang="en-US" sz="2800" dirty="0"/>
              <a:t>による入力差し替え設計</a:t>
            </a:r>
          </a:p>
          <a:p>
            <a:r>
              <a:rPr lang="ja-JP" altLang="en-US" sz="2800" dirty="0"/>
              <a:t>・入力ログ方式のリプレイ実装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Json</a:t>
            </a:r>
            <a:r>
              <a:rPr lang="ja-JP" altLang="en-US" sz="2800" dirty="0"/>
              <a:t>保存によるリプレイ管理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 err="1"/>
              <a:t>Rigidbody</a:t>
            </a:r>
            <a:r>
              <a:rPr lang="ja-JP" altLang="en-US" sz="2800" dirty="0"/>
              <a:t>を使わない決定論寄り設計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68636C-2402-66C2-7BE0-23074C65D79E}"/>
              </a:ext>
            </a:extLst>
          </p:cNvPr>
          <p:cNvSpPr txBox="1"/>
          <p:nvPr/>
        </p:nvSpPr>
        <p:spPr>
          <a:xfrm>
            <a:off x="8343900" y="4072116"/>
            <a:ext cx="2228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200" dirty="0">
                <a:solidFill>
                  <a:srgbClr val="FF0000"/>
                </a:solidFill>
              </a:rPr>
              <a:t>改変予定</a:t>
            </a:r>
          </a:p>
        </p:txBody>
      </p:sp>
    </p:spTree>
    <p:extLst>
      <p:ext uri="{BB962C8B-B14F-4D97-AF65-F5344CB8AC3E}">
        <p14:creationId xmlns:p14="http://schemas.microsoft.com/office/powerpoint/2010/main" val="164105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8B8E-94B7-45F5-5CE6-BEAFBEE3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E77170-C453-7845-7333-DFA85BF37662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苦労した点・工夫</a:t>
            </a:r>
            <a:endParaRPr kumimoji="1" lang="ja-JP" altLang="en-US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75FB1B-56CC-BB4E-3050-5DB388DDBB72}"/>
              </a:ext>
            </a:extLst>
          </p:cNvPr>
          <p:cNvSpPr txBox="1"/>
          <p:nvPr/>
        </p:nvSpPr>
        <p:spPr>
          <a:xfrm>
            <a:off x="1005840" y="1383030"/>
            <a:ext cx="102184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難しかった点：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UI</a:t>
            </a:r>
            <a:r>
              <a:rPr lang="ja-JP" altLang="en-US" sz="2800" dirty="0"/>
              <a:t>とゲーム時間の完全同期</a:t>
            </a:r>
          </a:p>
          <a:p>
            <a:r>
              <a:rPr lang="ja-JP" altLang="en-US" sz="2800" dirty="0"/>
              <a:t>・編集操作を直感的にする設計</a:t>
            </a:r>
          </a:p>
          <a:p>
            <a:r>
              <a:rPr lang="ja-JP" altLang="en-US" sz="2800" dirty="0"/>
              <a:t>・「見た目だけ」にしないこと</a:t>
            </a:r>
          </a:p>
          <a:p>
            <a:endParaRPr lang="ja-JP" altLang="en-US" sz="2800" dirty="0"/>
          </a:p>
          <a:p>
            <a:r>
              <a:rPr lang="ja-JP" altLang="en-US" sz="2800" dirty="0"/>
              <a:t>工夫：</a:t>
            </a:r>
          </a:p>
          <a:p>
            <a:r>
              <a:rPr lang="ja-JP" altLang="en-US" sz="2800" dirty="0"/>
              <a:t>・操作感の調整を繰り返した</a:t>
            </a:r>
          </a:p>
          <a:p>
            <a:r>
              <a:rPr lang="ja-JP" altLang="en-US" sz="2800" dirty="0"/>
              <a:t>・演出とロジックを分離しすぎない設計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08E29F2-EA9F-9E2B-9A31-87B48FA892AC}"/>
              </a:ext>
            </a:extLst>
          </p:cNvPr>
          <p:cNvSpPr txBox="1"/>
          <p:nvPr/>
        </p:nvSpPr>
        <p:spPr>
          <a:xfrm>
            <a:off x="8343900" y="4072116"/>
            <a:ext cx="2228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200" dirty="0">
                <a:solidFill>
                  <a:srgbClr val="FF0000"/>
                </a:solidFill>
              </a:rPr>
              <a:t>改変予定</a:t>
            </a:r>
          </a:p>
        </p:txBody>
      </p:sp>
    </p:spTree>
    <p:extLst>
      <p:ext uri="{BB962C8B-B14F-4D97-AF65-F5344CB8AC3E}">
        <p14:creationId xmlns:p14="http://schemas.microsoft.com/office/powerpoint/2010/main" val="54654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20A9-AD3B-66F5-DFAA-F90893D8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F96832-A6B3-5154-1447-F70E3ABE5B92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今後の拡張予定</a:t>
            </a:r>
            <a:endParaRPr kumimoji="1" lang="ja-JP" altLang="en-US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ADEC06-5E4B-23B1-F15A-200E749ECDE9}"/>
              </a:ext>
            </a:extLst>
          </p:cNvPr>
          <p:cNvSpPr txBox="1"/>
          <p:nvPr/>
        </p:nvSpPr>
        <p:spPr>
          <a:xfrm>
            <a:off x="1005840" y="1383030"/>
            <a:ext cx="102184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今後の拡張案：</a:t>
            </a:r>
          </a:p>
          <a:p>
            <a:r>
              <a:rPr lang="ja-JP" altLang="en-US" sz="2800" dirty="0"/>
              <a:t>・新しい編集アクションの追加</a:t>
            </a:r>
          </a:p>
          <a:p>
            <a:r>
              <a:rPr lang="ja-JP" altLang="en-US" sz="2800" dirty="0"/>
              <a:t>・ステージギミックの多様化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BD2C83-887C-C1D4-2C36-2395447756FB}"/>
              </a:ext>
            </a:extLst>
          </p:cNvPr>
          <p:cNvSpPr txBox="1"/>
          <p:nvPr/>
        </p:nvSpPr>
        <p:spPr>
          <a:xfrm>
            <a:off x="8343900" y="4072116"/>
            <a:ext cx="2228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200" dirty="0">
                <a:solidFill>
                  <a:srgbClr val="FF0000"/>
                </a:solidFill>
              </a:rPr>
              <a:t>改変予定</a:t>
            </a:r>
          </a:p>
        </p:txBody>
      </p:sp>
    </p:spTree>
    <p:extLst>
      <p:ext uri="{BB962C8B-B14F-4D97-AF65-F5344CB8AC3E}">
        <p14:creationId xmlns:p14="http://schemas.microsoft.com/office/powerpoint/2010/main" val="416010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7B6C-A85F-344B-DF30-849DF639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DD03E3-71E1-B344-18AA-6ACEA29CAA33}"/>
              </a:ext>
            </a:extLst>
          </p:cNvPr>
          <p:cNvSpPr txBox="1"/>
          <p:nvPr/>
        </p:nvSpPr>
        <p:spPr>
          <a:xfrm>
            <a:off x="160020" y="160020"/>
            <a:ext cx="8995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まとめ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B9DED2-0A97-15D2-6E84-EE3C7A1A8B90}"/>
              </a:ext>
            </a:extLst>
          </p:cNvPr>
          <p:cNvSpPr txBox="1"/>
          <p:nvPr/>
        </p:nvSpPr>
        <p:spPr>
          <a:xfrm>
            <a:off x="1005840" y="1383030"/>
            <a:ext cx="102184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まとめ</a:t>
            </a:r>
          </a:p>
          <a:p>
            <a:r>
              <a:rPr lang="ja-JP" altLang="en-US" sz="2800" dirty="0"/>
              <a:t>・編集とプレイを融合した新しい体験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UI</a:t>
            </a:r>
            <a:r>
              <a:rPr lang="ja-JP" altLang="en-US" sz="2800" dirty="0"/>
              <a:t>・世界観・システムを一体設計</a:t>
            </a:r>
          </a:p>
          <a:p>
            <a:r>
              <a:rPr lang="ja-JP" altLang="en-US" sz="2800" dirty="0"/>
              <a:t>・企画・設計・実装を一貫して制作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B6D3B0-3EB3-F20D-D174-B91E7A2D8335}"/>
              </a:ext>
            </a:extLst>
          </p:cNvPr>
          <p:cNvSpPr txBox="1"/>
          <p:nvPr/>
        </p:nvSpPr>
        <p:spPr>
          <a:xfrm>
            <a:off x="8343900" y="4072116"/>
            <a:ext cx="2228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200" dirty="0">
                <a:solidFill>
                  <a:srgbClr val="FF0000"/>
                </a:solidFill>
              </a:rPr>
              <a:t>改変予定</a:t>
            </a:r>
          </a:p>
        </p:txBody>
      </p:sp>
    </p:spTree>
    <p:extLst>
      <p:ext uri="{BB962C8B-B14F-4D97-AF65-F5344CB8AC3E}">
        <p14:creationId xmlns:p14="http://schemas.microsoft.com/office/powerpoint/2010/main" val="733694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345</Words>
  <Application>Microsoft Office PowerPoint</Application>
  <PresentationFormat>ワイド画面</PresentationFormat>
  <Paragraphs>76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FilmWorker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勇人 下房地</dc:creator>
  <cp:lastModifiedBy>勇人 下房地</cp:lastModifiedBy>
  <cp:revision>1</cp:revision>
  <dcterms:created xsi:type="dcterms:W3CDTF">2026-01-23T10:22:12Z</dcterms:created>
  <dcterms:modified xsi:type="dcterms:W3CDTF">2026-01-23T10:44:14Z</dcterms:modified>
</cp:coreProperties>
</file>